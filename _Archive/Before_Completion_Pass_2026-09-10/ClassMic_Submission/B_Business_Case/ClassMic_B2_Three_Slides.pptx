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0d237ee1b4702" /><Relationship Type="http://schemas.openxmlformats.org/officeDocument/2006/relationships/extended-properties" Target="/docProps/app.xml" Id="R143635f3188b4b25" /><Relationship Type="http://schemas.openxmlformats.org/officeDocument/2006/relationships/officeDocument" Target="/ppt/presentation.xml" Id="Rc6890d649e1649b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19797845cd94b27"/>
  </p:sldMasterIdLst>
  <p:notesMasterIdLst>
    <p:notesMasterId xmlns:r="http://schemas.openxmlformats.org/officeDocument/2006/relationships" r:id="R4ba59fd4fca942e2"/>
  </p:notesMasterIdLst>
  <p:sldIdLst>
    <p:sldId xmlns:r="http://schemas.openxmlformats.org/officeDocument/2006/relationships" id="256" r:id="R0ea7afd13f5646b5"/>
    <p:sldId xmlns:r="http://schemas.openxmlformats.org/officeDocument/2006/relationships" id="257" r:id="R0b09006e6a244222"/>
    <p:sldId xmlns:r="http://schemas.openxmlformats.org/officeDocument/2006/relationships" id="258" r:id="R265a5f52e300441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904b06f062d44ee1"/>
      <p:bold xmlns:r="http://schemas.openxmlformats.org/officeDocument/2006/relationships" r:id="R82e84c6d70f0467c"/>
    </p:embeddedFont>
    <p:embeddedFont>
      <p:font typeface="Inter Medium"/>
      <p:regular xmlns:r="http://schemas.openxmlformats.org/officeDocument/2006/relationships" r:id="R8bba54d9aa264930"/>
    </p:embeddedFont>
    <p:embeddedFont>
      <p:font typeface="Inter SemiBold"/>
      <p:regular xmlns:r="http://schemas.openxmlformats.org/officeDocument/2006/relationships" r:id="Rfb8e4ffcf9874add"/>
      <p:bold xmlns:r="http://schemas.openxmlformats.org/officeDocument/2006/relationships" r:id="R3469cd21241e458d"/>
    </p:embeddedFont>
    <p:embeddedFont>
      <p:font typeface="OpenAI Sans"/>
      <p:regular xmlns:r="http://schemas.openxmlformats.org/officeDocument/2006/relationships" r:id="R5280fb22e8e94273"/>
      <p:bold xmlns:r="http://schemas.openxmlformats.org/officeDocument/2006/relationships" r:id="R6f621e6c79dd451b"/>
      <p:italic xmlns:r="http://schemas.openxmlformats.org/officeDocument/2006/relationships" r:id="R0582f9426e6149eb"/>
      <p:boldItalic xmlns:r="http://schemas.openxmlformats.org/officeDocument/2006/relationships" r:id="R64aaf926765a414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a20fbcbab413a" /><Relationship Type="http://schemas.openxmlformats.org/officeDocument/2006/relationships/slideMaster" Target="/ppt/slideMasters/slideMaster1.xml" Id="R819797845cd94b27" /><Relationship Type="http://schemas.openxmlformats.org/officeDocument/2006/relationships/notesMaster" Target="/ppt/notesMasters/notesMaster1.xml" Id="R4ba59fd4fca942e2" /><Relationship Type="http://schemas.openxmlformats.org/officeDocument/2006/relationships/presProps" Target="/ppt/presProps.xml" Id="Re66d002a7e77413c" /><Relationship Type="http://schemas.openxmlformats.org/officeDocument/2006/relationships/viewProps" Target="/ppt/viewProps.xml" Id="R5f5322b378854761" /><Relationship Type="http://schemas.openxmlformats.org/officeDocument/2006/relationships/tableStyles" Target="/ppt/tableStyles.xml" Id="R75b848042cc344be" /><Relationship Type="http://schemas.openxmlformats.org/officeDocument/2006/relationships/font" Target="/ppt/fonts/font.dat" Id="R904b06f062d44ee1" /><Relationship Type="http://schemas.openxmlformats.org/officeDocument/2006/relationships/font" Target="/ppt/fonts/font2.dat" Id="R82e84c6d70f0467c" /><Relationship Type="http://schemas.openxmlformats.org/officeDocument/2006/relationships/font" Target="/ppt/fonts/font3.dat" Id="R8bba54d9aa264930" /><Relationship Type="http://schemas.openxmlformats.org/officeDocument/2006/relationships/font" Target="/ppt/fonts/font4.dat" Id="Rfb8e4ffcf9874add" /><Relationship Type="http://schemas.openxmlformats.org/officeDocument/2006/relationships/font" Target="/ppt/fonts/font5.dat" Id="R3469cd21241e458d" /><Relationship Type="http://schemas.openxmlformats.org/officeDocument/2006/relationships/font" Target="/ppt/fonts/font6.dat" Id="R5280fb22e8e94273" /><Relationship Type="http://schemas.openxmlformats.org/officeDocument/2006/relationships/font" Target="/ppt/fonts/font7.dat" Id="R6f621e6c79dd451b" /><Relationship Type="http://schemas.openxmlformats.org/officeDocument/2006/relationships/font" Target="/ppt/fonts/font8.dat" Id="R0582f9426e6149eb" /><Relationship Type="http://schemas.openxmlformats.org/officeDocument/2006/relationships/font" Target="/ppt/fonts/font9.dat" Id="R64aaf926765a4149" /><Relationship Type="http://schemas.openxmlformats.org/officeDocument/2006/relationships/slide" Target="/ppt/slides/slide1.xml" Id="R0ea7afd13f5646b5" /><Relationship Type="http://schemas.openxmlformats.org/officeDocument/2006/relationships/slide" Target="/ppt/slides/slide2.xml" Id="R0b09006e6a244222" /><Relationship Type="http://schemas.openxmlformats.org/officeDocument/2006/relationships/slide" Target="/ppt/slides/slide3.xml" Id="R265a5f52e300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e80c076e442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4afb9b63547a6" /><Relationship Type="http://schemas.openxmlformats.org/officeDocument/2006/relationships/notesMaster" Target="/ppt/notesMasters/notesMaster1.xml" Id="R35d86bf2683d47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76368d6eb0404f" /><Relationship Type="http://schemas.openxmlformats.org/officeDocument/2006/relationships/notesMaster" Target="/ppt/notesMasters/notesMaster1.xml" Id="Rb4f9aec32060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41564acfc4ecc" /><Relationship Type="http://schemas.openxmlformats.org/officeDocument/2006/relationships/notesMaster" Target="/ppt/notesMasters/notesMaster1.xml" Id="Rfc6e87c7c121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revised ClassMic B2 and A2. Biamp Crowd Mics official product overview https://www.biamp.com/products/families/crowd-mics reviewed 10 September 2026 documents smartphone microphone and moderator functions. This is product capability evidence, not local demand or a supplier quotation. Custom prototype work is recommended for the course, not as a proven superior institutional purchase.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Biamp product overview https://www.biamp.com/products/families/crowd-mics and FAQ https://www.biamp.com/products/families/crowd-mics/faq reviewed 10 September 2026. Hardware purchase and professional installation require a quote. The 100-hour estimate and AED 0 incremental cash assumption are proposed by the revised B2/D plan. No vendor price comparison or cost saving is asserted.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revised B2 and D3/D5. LMS D https://lms.mbzuai.ac.ae/mod/assign/view.php?id=38962, E https://lms.mbzuai.ac.ae/mod/assign/view.php?id=38965, F https://lms.mbzuai.ac.ae/mod/assign/view.php?id=38968 reviewed 10 September 2026. Published cutoffs are 22 September, 4 October and 10 October at 00:00 as displayed. E opens 26 September. Proposed early D review and construction dates require instructor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1d628ca9d4a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fa24e9d3940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5af11f4184f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fb30df98d45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8a3c3585e47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c83f2143244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5bc2a678742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a67aa1ad243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6d8b7eb404e76" /><Relationship Type="http://schemas.openxmlformats.org/officeDocument/2006/relationships/image" Target="/ppt/media/image.png" Id="R67ecbf9aebf044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6292ba12047e1" /><Relationship Type="http://schemas.openxmlformats.org/officeDocument/2006/relationships/image" Target="/ppt/media/image2.png" Id="R1bf3f66ed72c4ce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67ecbf9aebf044a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bf3f66ed72c4c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338d1cb22b4484" /><Relationship Type="http://schemas.openxmlformats.org/officeDocument/2006/relationships/slideLayout" Target="/ppt/slideLayouts/slideLayout1.xml" Id="R4f55284456254d4e" /><Relationship Type="http://schemas.openxmlformats.org/officeDocument/2006/relationships/slideLayout" Target="/ppt/slideLayouts/slideLayout2.xml" Id="R51ac66fecf8b43ef" /><Relationship Type="http://schemas.openxmlformats.org/officeDocument/2006/relationships/slideLayout" Target="/ppt/slideLayouts/slideLayout3.xml" Id="R8e7f5f7dd25c4b20" /><Relationship Type="http://schemas.openxmlformats.org/officeDocument/2006/relationships/slideLayout" Target="/ppt/slideLayouts/slideLayout4.xml" Id="R53e8619fb8214e21" /><Relationship Type="http://schemas.openxmlformats.org/officeDocument/2006/relationships/slideLayout" Target="/ppt/slideLayouts/slideLayout5.xml" Id="R277c9bdeafa64f01" /><Relationship Type="http://schemas.openxmlformats.org/officeDocument/2006/relationships/slideLayout" Target="/ppt/slideLayouts/slideLayout6.xml" Id="R52c20960f1d04b28" /><Relationship Type="http://schemas.openxmlformats.org/officeDocument/2006/relationships/slideLayout" Target="/ppt/slideLayouts/slideLayout7.xml" Id="R5a3a795f4e3349fb" /><Relationship Type="http://schemas.openxmlformats.org/officeDocument/2006/relationships/slideLayout" Target="/ppt/slideLayouts/slideLayout8.xml" Id="Rce7b50677ed1407d" /><Relationship Type="http://schemas.openxmlformats.org/officeDocument/2006/relationships/slideLayout" Target="/ppt/slideLayouts/slideLayout9.xml" Id="R33e9f24f55214838" /><Relationship Type="http://schemas.openxmlformats.org/officeDocument/2006/relationships/slideLayout" Target="/ppt/slideLayouts/slideLayout10.xml" Id="R1fc19404ce4b46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5284456254d4e"/>
    <p:sldLayoutId xmlns:r="http://schemas.openxmlformats.org/officeDocument/2006/relationships" id="2147483650" r:id="R51ac66fecf8b43ef"/>
    <p:sldLayoutId xmlns:r="http://schemas.openxmlformats.org/officeDocument/2006/relationships" id="2147483651" r:id="R8e7f5f7dd25c4b20"/>
    <p:sldLayoutId xmlns:r="http://schemas.openxmlformats.org/officeDocument/2006/relationships" id="2147483652" r:id="R53e8619fb8214e21"/>
    <p:sldLayoutId xmlns:r="http://schemas.openxmlformats.org/officeDocument/2006/relationships" id="2147483653" r:id="R277c9bdeafa64f01"/>
    <p:sldLayoutId xmlns:r="http://schemas.openxmlformats.org/officeDocument/2006/relationships" id="2147483654" r:id="R52c20960f1d04b28"/>
    <p:sldLayoutId xmlns:r="http://schemas.openxmlformats.org/officeDocument/2006/relationships" id="2147483655" r:id="R5a3a795f4e3349fb"/>
    <p:sldLayoutId xmlns:r="http://schemas.openxmlformats.org/officeDocument/2006/relationships" id="2147483656" r:id="Rce7b50677ed1407d"/>
    <p:sldLayoutId xmlns:r="http://schemas.openxmlformats.org/officeDocument/2006/relationships" id="2147483657" r:id="R33e9f24f55214838"/>
    <p:sldLayoutId xmlns:r="http://schemas.openxmlformats.org/officeDocument/2006/relationships" id="2147483658" r:id="R1fc19404ce4b463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2c592dd9b46cb" /><Relationship Type="http://schemas.openxmlformats.org/officeDocument/2006/relationships/notesSlide" Target="/ppt/notesSlides/notesSlide1.xml" Id="R7d6f45672976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35460a9b044ab" /><Relationship Type="http://schemas.openxmlformats.org/officeDocument/2006/relationships/notesSlide" Target="/ppt/notesSlides/notesSlide2.xml" Id="R441b0ae7b50b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d7a98737754794" /><Relationship Type="http://schemas.openxmlformats.org/officeDocument/2006/relationships/notesSlide" Target="/ppt/notesSlides/notesSlide3.xml" Id="R402e36a7dbed4c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business case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whether phone microphones make student contributions easier to hear than the current classroom workaround.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Need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course gains a focused project to investigate, build and evaluate. Institutional savings remain unproven.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Value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 the current process, evaluate a commercial product, or build the small ClassMic prototype.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Alternatives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Biamp offers a similar core workflow. The case for custom work rests on course learning and testing the browser experience.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Evidence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B2  Decision requested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2200">
                <a:latin typeface="Helvetica Neue"/>
                <a:ea typeface="Helvetica Neue"/>
                <a:cs typeface="Helvetica Neue"/>
              </a:rPr>
              <a:t>GO for a limited course prototype using existing resources.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funded classroom pilot stays at REVISE until local need, performance, cost and support are established.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No pilot results, supplier quote or funding approval are claimed.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Alternatives and tradeoffs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 bounded comparison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Commercial capability is documented. Prices, local fit and adoption still need validation. Full criteria appear in the B2 document.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00000"/>
                <a:gridCol w="3300000"/>
                <a:gridCol w="3000000"/>
                <a:gridCol w="2804599"/>
              </a:tblGrid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Option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Potential value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Cost position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6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Main uncertainty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 current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instructor repetition or an existing mic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new platform assumed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it solve the local problem?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Buy or adapt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phone mic and moderator workflow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Hardware and installation quote needed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Room fit and total support cost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98315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 prototype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 browser workflow and course learning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 student hours proposed
No new cash assumed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Audio feasibility and maintenance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The evidence does not establish that custom development is cheaper or better for a university.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Proposed sequence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 D by 19 September. Sprint 1 runs 20–26 September. Sprint 2 runs 27 September–3 October. Closing runs 4–9 October.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Resources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for 100 student hours. Reuse available phones, a laptop and a speaker. Any paid tool or equipment requires a revised estimate.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Delivery and decision gates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Course acceptance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 five Must stories, timed trials and volunteer feedback. Report unmet targets, defects and the limits of the evidence.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Future investment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live pilot needs validated demand, acceptable sound, a commercial comparison, named support and a funded authorization.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Confirm early D review and permission to start construction before the E upload area opens.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2026-09-09T20:24:48.6210000Z</dcterms:created>
  <dcterms:modified xsi:type="dcterms:W3CDTF">2026-09-09T20:24:48.6210000Z</dcterms:modified>
</coreProperties>
</file>