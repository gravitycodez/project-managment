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00510f42964521" /><Relationship Type="http://schemas.openxmlformats.org/officeDocument/2006/relationships/extended-properties" Target="/docProps/app.xml" Id="R19a973f9ea854e4d" /><Relationship Type="http://schemas.openxmlformats.org/officeDocument/2006/relationships/officeDocument" Target="/ppt/presentation.xml" Id="R7c3ed48be1e94df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7bac2ccf6174715"/>
  </p:sldMasterIdLst>
  <p:notesMasterIdLst>
    <p:notesMasterId xmlns:r="http://schemas.openxmlformats.org/officeDocument/2006/relationships" r:id="R7b86e52084b348a2"/>
  </p:notesMasterIdLst>
  <p:sldIdLst>
    <p:sldId xmlns:r="http://schemas.openxmlformats.org/officeDocument/2006/relationships" id="256" r:id="R2db3571249b74dbe"/>
    <p:sldId xmlns:r="http://schemas.openxmlformats.org/officeDocument/2006/relationships" id="257" r:id="Rd968b48f79e84d6a"/>
    <p:sldId xmlns:r="http://schemas.openxmlformats.org/officeDocument/2006/relationships" id="258" r:id="R1925a3d90f59486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ff9ace459aa9473a"/>
      <p:bold xmlns:r="http://schemas.openxmlformats.org/officeDocument/2006/relationships" r:id="Rfadc9e2af9474b76"/>
    </p:embeddedFont>
    <p:embeddedFont>
      <p:font typeface="Inter Medium"/>
      <p:regular xmlns:r="http://schemas.openxmlformats.org/officeDocument/2006/relationships" r:id="Rac504691387940dc"/>
    </p:embeddedFont>
    <p:embeddedFont>
      <p:font typeface="Inter SemiBold"/>
      <p:regular xmlns:r="http://schemas.openxmlformats.org/officeDocument/2006/relationships" r:id="R5779591a511941b9"/>
      <p:bold xmlns:r="http://schemas.openxmlformats.org/officeDocument/2006/relationships" r:id="R247f5e45c4624cb4"/>
    </p:embeddedFont>
    <p:embeddedFont>
      <p:font typeface="OpenAI Sans"/>
      <p:regular xmlns:r="http://schemas.openxmlformats.org/officeDocument/2006/relationships" r:id="R9e41463134ef4afc"/>
      <p:bold xmlns:r="http://schemas.openxmlformats.org/officeDocument/2006/relationships" r:id="Rcc15c9009a394c23"/>
      <p:italic xmlns:r="http://schemas.openxmlformats.org/officeDocument/2006/relationships" r:id="R0833e9c94c194b63"/>
      <p:boldItalic xmlns:r="http://schemas.openxmlformats.org/officeDocument/2006/relationships" r:id="R5292ea194a2844d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8378fbd5534668" /><Relationship Type="http://schemas.openxmlformats.org/officeDocument/2006/relationships/slideMaster" Target="/ppt/slideMasters/slideMaster1.xml" Id="R47bac2ccf6174715" /><Relationship Type="http://schemas.openxmlformats.org/officeDocument/2006/relationships/notesMaster" Target="/ppt/notesMasters/notesMaster1.xml" Id="R7b86e52084b348a2" /><Relationship Type="http://schemas.openxmlformats.org/officeDocument/2006/relationships/presProps" Target="/ppt/presProps.xml" Id="Rc4749a0ccb904155" /><Relationship Type="http://schemas.openxmlformats.org/officeDocument/2006/relationships/viewProps" Target="/ppt/viewProps.xml" Id="R3e1022e86206450f" /><Relationship Type="http://schemas.openxmlformats.org/officeDocument/2006/relationships/tableStyles" Target="/ppt/tableStyles.xml" Id="R61578642b496493a" /><Relationship Type="http://schemas.openxmlformats.org/officeDocument/2006/relationships/font" Target="/ppt/fonts/font.dat" Id="Rff9ace459aa9473a" /><Relationship Type="http://schemas.openxmlformats.org/officeDocument/2006/relationships/font" Target="/ppt/fonts/font2.dat" Id="Rfadc9e2af9474b76" /><Relationship Type="http://schemas.openxmlformats.org/officeDocument/2006/relationships/font" Target="/ppt/fonts/font3.dat" Id="Rac504691387940dc" /><Relationship Type="http://schemas.openxmlformats.org/officeDocument/2006/relationships/font" Target="/ppt/fonts/font4.dat" Id="R5779591a511941b9" /><Relationship Type="http://schemas.openxmlformats.org/officeDocument/2006/relationships/font" Target="/ppt/fonts/font5.dat" Id="R247f5e45c4624cb4" /><Relationship Type="http://schemas.openxmlformats.org/officeDocument/2006/relationships/font" Target="/ppt/fonts/font6.dat" Id="R9e41463134ef4afc" /><Relationship Type="http://schemas.openxmlformats.org/officeDocument/2006/relationships/font" Target="/ppt/fonts/font7.dat" Id="Rcc15c9009a394c23" /><Relationship Type="http://schemas.openxmlformats.org/officeDocument/2006/relationships/font" Target="/ppt/fonts/font8.dat" Id="R0833e9c94c194b63" /><Relationship Type="http://schemas.openxmlformats.org/officeDocument/2006/relationships/font" Target="/ppt/fonts/font9.dat" Id="R5292ea194a2844d8" /><Relationship Type="http://schemas.openxmlformats.org/officeDocument/2006/relationships/slide" Target="/ppt/slides/slide1.xml" Id="R2db3571249b74dbe" /><Relationship Type="http://schemas.openxmlformats.org/officeDocument/2006/relationships/slide" Target="/ppt/slides/slide2.xml" Id="Rd968b48f79e84d6a" /><Relationship Type="http://schemas.openxmlformats.org/officeDocument/2006/relationships/slide" Target="/ppt/slides/slide3.xml" Id="R1925a3d90f59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b238dd806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56300896649da" /><Relationship Type="http://schemas.openxmlformats.org/officeDocument/2006/relationships/notesMaster" Target="/ppt/notesMasters/notesMaster1.xml" Id="R8df0d9980971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85ff8fc33a4c51" /><Relationship Type="http://schemas.openxmlformats.org/officeDocument/2006/relationships/notesMaster" Target="/ppt/notesMasters/notesMaster1.xml" Id="R486d72446462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37bba48ac49df" /><Relationship Type="http://schemas.openxmlformats.org/officeDocument/2006/relationships/notesMaster" Target="/ppt/notesMasters/notesMaster1.xml" Id="R0e7fd484896d48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revised ClassMic A2, B2 and C1. The C1 LMS brief https://lms.mbzuai.ac.ae/mod/assign/view.php?id=38960 requests a draft with explicit confirmations, at most two pages and three slides. All measures are proposed. Ready-speaker trials measure time from instructor approval to audible speech. Transport delay is separate, with median and 95th percentile reported and a selected 95th percentile target of 150 milliseconds.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revised C1 charter and D1-D3 plan. The course scope contains five priority stories and two one-week sprints. The earlier 14-week funded classroom pilot is outside the current course authorization. The proposed schedule requires D review by 19 September before the two build sprints; the E upload area opens on 26 September.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revised C1 charter and evidence record. The course instructor is a proposed acceptance authority whose name and agreement remain unconfirmed. The team has not supplied original charter brainstorming images. The package includes Temiko’s original SMART note and a separately labelled AI-assisted brainstorming proposal. No group meeting or another student’s input is invented. No approval, funding, live deployment or completed testing is implied.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74d77aa3849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1a9048d084a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a2440546145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b5ffb98b14f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d01680a1a4f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145dcecfa4b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9c0debcf545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cdfe2b3f94c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7840aa86b4d7a" /><Relationship Type="http://schemas.openxmlformats.org/officeDocument/2006/relationships/image" Target="/ppt/media/image.png" Id="R58424444b2a840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0331f72e141ab" /><Relationship Type="http://schemas.openxmlformats.org/officeDocument/2006/relationships/image" Target="/ppt/media/image2.png" Id="Reb1742bcf2f94be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8424444b2a840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eb1742bcf2f94b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f6a2c64914841" /><Relationship Type="http://schemas.openxmlformats.org/officeDocument/2006/relationships/slideLayout" Target="/ppt/slideLayouts/slideLayout1.xml" Id="R31d04a699edf4b32" /><Relationship Type="http://schemas.openxmlformats.org/officeDocument/2006/relationships/slideLayout" Target="/ppt/slideLayouts/slideLayout2.xml" Id="R0bf580ff21da4a9a" /><Relationship Type="http://schemas.openxmlformats.org/officeDocument/2006/relationships/slideLayout" Target="/ppt/slideLayouts/slideLayout3.xml" Id="R9c778ae0c7b143ec" /><Relationship Type="http://schemas.openxmlformats.org/officeDocument/2006/relationships/slideLayout" Target="/ppt/slideLayouts/slideLayout4.xml" Id="Ra37d7d670ec74942" /><Relationship Type="http://schemas.openxmlformats.org/officeDocument/2006/relationships/slideLayout" Target="/ppt/slideLayouts/slideLayout5.xml" Id="R2bfea76754514d18" /><Relationship Type="http://schemas.openxmlformats.org/officeDocument/2006/relationships/slideLayout" Target="/ppt/slideLayouts/slideLayout6.xml" Id="Ree1102baed0f4e3d" /><Relationship Type="http://schemas.openxmlformats.org/officeDocument/2006/relationships/slideLayout" Target="/ppt/slideLayouts/slideLayout7.xml" Id="R4a610b9864c94a64" /><Relationship Type="http://schemas.openxmlformats.org/officeDocument/2006/relationships/slideLayout" Target="/ppt/slideLayouts/slideLayout8.xml" Id="Re9a03d2174074235" /><Relationship Type="http://schemas.openxmlformats.org/officeDocument/2006/relationships/slideLayout" Target="/ppt/slideLayouts/slideLayout9.xml" Id="R68c6328530684005" /><Relationship Type="http://schemas.openxmlformats.org/officeDocument/2006/relationships/slideLayout" Target="/ppt/slideLayouts/slideLayout10.xml" Id="R9fa50091982c48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04a699edf4b32"/>
    <p:sldLayoutId xmlns:r="http://schemas.openxmlformats.org/officeDocument/2006/relationships" id="2147483650" r:id="R0bf580ff21da4a9a"/>
    <p:sldLayoutId xmlns:r="http://schemas.openxmlformats.org/officeDocument/2006/relationships" id="2147483651" r:id="R9c778ae0c7b143ec"/>
    <p:sldLayoutId xmlns:r="http://schemas.openxmlformats.org/officeDocument/2006/relationships" id="2147483652" r:id="Ra37d7d670ec74942"/>
    <p:sldLayoutId xmlns:r="http://schemas.openxmlformats.org/officeDocument/2006/relationships" id="2147483653" r:id="R2bfea76754514d18"/>
    <p:sldLayoutId xmlns:r="http://schemas.openxmlformats.org/officeDocument/2006/relationships" id="2147483654" r:id="Ree1102baed0f4e3d"/>
    <p:sldLayoutId xmlns:r="http://schemas.openxmlformats.org/officeDocument/2006/relationships" id="2147483655" r:id="R4a610b9864c94a64"/>
    <p:sldLayoutId xmlns:r="http://schemas.openxmlformats.org/officeDocument/2006/relationships" id="2147483656" r:id="Re9a03d2174074235"/>
    <p:sldLayoutId xmlns:r="http://schemas.openxmlformats.org/officeDocument/2006/relationships" id="2147483657" r:id="R68c6328530684005"/>
    <p:sldLayoutId xmlns:r="http://schemas.openxmlformats.org/officeDocument/2006/relationships" id="2147483658" r:id="R9fa50091982c485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507f1aa0b4f18" /><Relationship Type="http://schemas.openxmlformats.org/officeDocument/2006/relationships/notesSlide" Target="/ppt/notesSlides/notesSlide1.xml" Id="R525a34a76f324d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1517b9dbeb4707" /><Relationship Type="http://schemas.openxmlformats.org/officeDocument/2006/relationships/notesSlide" Target="/ppt/notesSlides/notesSlide2.xml" Id="Re31998ec976544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b551aefcf488a" /><Relationship Type="http://schemas.openxmlformats.org/officeDocument/2006/relationships/notesSlide" Target="/ppt/notesSlides/notesSlide3.xml" Id="R3c7013c8e7ec4e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project charter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C1  Draft course authorization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student phones as instructor-controlled microphones. Revised A2 and B2 support a limited prototype, controlled evaluation and a later pilot decision.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00000"/>
                <a:gridCol w="5300000"/>
                <a:gridCol w="35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Objective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Proposed 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O1  Complete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Must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O2  Practical workflow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O3  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and sample limits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O4  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Selected one-way delay target: 95th percentile at most 150 ms. Formal course acceptance remains open.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Included scope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Temporary browser sessions, QR or code join, speaking queue, one approved phone microphone, speaker output, recovery and evaluation.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Exclusions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Live teaching deployment, recording, transcripts, persistent profiles, grading, attendance, simultaneous microphones and paid production infrastructure.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Scope and delivery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Requirements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Explicit microphone permission, instructor approval and push to talk. Mute, disconnect and end must stop audio. Preserve an alternative speaking route.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Milestones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review by 19 September. Sprint 1 on 20–26 September. Sprint 2 on 27 September–3 October. Closeout and final presentation on 4–9 October.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Two weekly construction sprints, after the planned review on 19 September.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Authority and open decisions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 speakers and listeners, instructors and the project team. Technical and accessibility reviewers participate if available.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Stakeholders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Feedback, delay, incompatible devices, unwanted transmission and limited time. Test early and retain a fallback.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Initial risks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Proposed 100 student hours and AED 0 new cash spending through reuse. Confirm equipment, volunteers and capacity.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Resources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Formal course approval, resource access and genuine team evidence. Original individual input and the brainstorming proposal are included.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To confirm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Planning responsibilities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Course instructor: acceptance authority.
Nurtore Arynuruly: project manager.
Temiko Machavariani: technical lead.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>
                <a:latin typeface="Helvetica Neue"/>
                <a:ea typeface="Helvetica Neue"/>
                <a:cs typeface="Helvetica Neue"/>
              </a:rPr>
              <a:t>The PM coordinates daily work. The instructor reviews material scope and schedule changes. No university spending authority is implied.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No live deployment or paid commitment is authorized by this draft.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2026-09-09T20:45:04.4800000Z</dcterms:created>
  <dcterms:modified xsi:type="dcterms:W3CDTF">2026-09-09T20:45:04.4800000Z</dcterms:modified>
</coreProperties>
</file>