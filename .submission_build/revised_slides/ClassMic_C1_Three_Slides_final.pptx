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b6ceaa565421b" /><Relationship Type="http://schemas.openxmlformats.org/officeDocument/2006/relationships/extended-properties" Target="/docProps/app.xml" Id="R1c501a0a4ac6495e" /><Relationship Type="http://schemas.openxmlformats.org/officeDocument/2006/relationships/officeDocument" Target="/ppt/presentation.xml" Id="Ra0acb5b173574d3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26e40f41e5d4df2"/>
  </p:sldMasterIdLst>
  <p:notesMasterIdLst>
    <p:notesMasterId xmlns:r="http://schemas.openxmlformats.org/officeDocument/2006/relationships" r:id="R7b8346ed63304222"/>
  </p:notesMasterIdLst>
  <p:sldIdLst>
    <p:sldId xmlns:r="http://schemas.openxmlformats.org/officeDocument/2006/relationships" id="256" r:id="Rc8e73221724a40f4"/>
    <p:sldId xmlns:r="http://schemas.openxmlformats.org/officeDocument/2006/relationships" id="257" r:id="R14451d2f729d4d44"/>
    <p:sldId xmlns:r="http://schemas.openxmlformats.org/officeDocument/2006/relationships" id="258" r:id="R42c6d570bb294ad1"/>
  </p:sldIdLst>
  <p:sldSz cx="12192000" cy="6858000"/>
  <p:notesSz cx="6858000" cy="9144000"/>
  <p:embeddedFontLst>
    <p:embeddedFont>
      <p:font typeface="Inter"/>
      <p:regular xmlns:r="http://schemas.openxmlformats.org/officeDocument/2006/relationships" r:id="R737f6933a82a431e"/>
      <p:bold xmlns:r="http://schemas.openxmlformats.org/officeDocument/2006/relationships" r:id="R3eab1272281241aa"/>
    </p:embeddedFont>
    <p:embeddedFont>
      <p:font typeface="Inter Medium"/>
      <p:regular xmlns:r="http://schemas.openxmlformats.org/officeDocument/2006/relationships" r:id="R2cf1c764ecd740d0"/>
    </p:embeddedFont>
    <p:embeddedFont>
      <p:font typeface="Inter SemiBold"/>
      <p:regular xmlns:r="http://schemas.openxmlformats.org/officeDocument/2006/relationships" r:id="R97b1a510467a42d1"/>
      <p:bold xmlns:r="http://schemas.openxmlformats.org/officeDocument/2006/relationships" r:id="Rd23c747f81f64e26"/>
    </p:embeddedFont>
    <p:embeddedFont>
      <p:font typeface="OpenAI Sans"/>
      <p:regular xmlns:r="http://schemas.openxmlformats.org/officeDocument/2006/relationships" r:id="R15d7796821844fdc"/>
      <p:bold xmlns:r="http://schemas.openxmlformats.org/officeDocument/2006/relationships" r:id="R3dbf1068843345c7"/>
      <p:italic xmlns:r="http://schemas.openxmlformats.org/officeDocument/2006/relationships" r:id="R38e47c8066474f5b"/>
      <p:boldItalic xmlns:r="http://schemas.openxmlformats.org/officeDocument/2006/relationships" r:id="Ra0281b4029014b1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a37b21441e420c" /><Relationship Type="http://schemas.openxmlformats.org/officeDocument/2006/relationships/slideMaster" Target="/ppt/slideMasters/slideMaster1.xml" Id="Rb26e40f41e5d4df2" /><Relationship Type="http://schemas.openxmlformats.org/officeDocument/2006/relationships/notesMaster" Target="/ppt/notesMasters/notesMaster1.xml" Id="R7b8346ed63304222" /><Relationship Type="http://schemas.openxmlformats.org/officeDocument/2006/relationships/presProps" Target="/ppt/presProps.xml" Id="Rab3bdd766cdb44b8" /><Relationship Type="http://schemas.openxmlformats.org/officeDocument/2006/relationships/viewProps" Target="/ppt/viewProps.xml" Id="R0555bd6c9e874538" /><Relationship Type="http://schemas.openxmlformats.org/officeDocument/2006/relationships/tableStyles" Target="/ppt/tableStyles.xml" Id="R8c5181f1b55c4678" /><Relationship Type="http://schemas.openxmlformats.org/officeDocument/2006/relationships/font" Target="/ppt/fonts/font.dat" Id="R737f6933a82a431e" /><Relationship Type="http://schemas.openxmlformats.org/officeDocument/2006/relationships/font" Target="/ppt/fonts/font2.dat" Id="R3eab1272281241aa" /><Relationship Type="http://schemas.openxmlformats.org/officeDocument/2006/relationships/font" Target="/ppt/fonts/font3.dat" Id="R2cf1c764ecd740d0" /><Relationship Type="http://schemas.openxmlformats.org/officeDocument/2006/relationships/font" Target="/ppt/fonts/font4.dat" Id="R97b1a510467a42d1" /><Relationship Type="http://schemas.openxmlformats.org/officeDocument/2006/relationships/font" Target="/ppt/fonts/font5.dat" Id="Rd23c747f81f64e26" /><Relationship Type="http://schemas.openxmlformats.org/officeDocument/2006/relationships/font" Target="/ppt/fonts/font6.dat" Id="R15d7796821844fdc" /><Relationship Type="http://schemas.openxmlformats.org/officeDocument/2006/relationships/font" Target="/ppt/fonts/font7.dat" Id="R3dbf1068843345c7" /><Relationship Type="http://schemas.openxmlformats.org/officeDocument/2006/relationships/font" Target="/ppt/fonts/font8.dat" Id="R38e47c8066474f5b" /><Relationship Type="http://schemas.openxmlformats.org/officeDocument/2006/relationships/font" Target="/ppt/fonts/font9.dat" Id="Ra0281b4029014b15" /><Relationship Type="http://schemas.openxmlformats.org/officeDocument/2006/relationships/slide" Target="/ppt/slides/slide1.xml" Id="Rc8e73221724a40f4" /><Relationship Type="http://schemas.openxmlformats.org/officeDocument/2006/relationships/slide" Target="/ppt/slides/slide2.xml" Id="R14451d2f729d4d44" /><Relationship Type="http://schemas.openxmlformats.org/officeDocument/2006/relationships/slide" Target="/ppt/slides/slide3.xml" Id="R42c6d570bb294a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e8a227a1484e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e0d5ed92554023" /><Relationship Type="http://schemas.openxmlformats.org/officeDocument/2006/relationships/notesMaster" Target="/ppt/notesMasters/notesMaster1.xml" Id="R92d39e22bafc4b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2298dce6764667" /><Relationship Type="http://schemas.openxmlformats.org/officeDocument/2006/relationships/notesMaster" Target="/ppt/notesMasters/notesMaster1.xml" Id="R3dfd490cd0f144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003415faf94aeb" /><Relationship Type="http://schemas.openxmlformats.org/officeDocument/2006/relationships/notesMaster" Target="/ppt/notesMasters/notesMaster1.xml" Id="R20c8ec7f1af04a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revised ClassMic A2, B2 and C1. The C1 LMS brief https://lms.mbzuai.ac.ae/mod/assign/view.php?id=38960 requests a draft with explicit confirmations, at most two pages and three slides. All measures are proposed. Ready-speaker trials measure time from instructor approval to audible speech. Transport delay is separate, with median and 95th percentile reported and a selected 95th percentile target of 150 milliseconds.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revised C1 charter. The course scope contains five priority stories and two one-week sprints. The earlier 14-week classroom pilot is outside the current course authorization. The proposed schedule places planning review by 19 September, followed by the two build sprints and a closeout review by 9 October.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revised C1 charter. Formal course acceptance, the named sponsor and resource access require confirmation. The package includes Temiko’s original SMART note and a charter planning worksheet. An original image of the team discussing the charter remains to be supplied.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efc3a18ae40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3b410cf534e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10e12c32f47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3e3d0c1844a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c3b15aee84e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4ee395f5f486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b99b825eb475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7fbc9dc2244e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05c943a0d4523" /><Relationship Type="http://schemas.openxmlformats.org/officeDocument/2006/relationships/image" Target="/ppt/media/image.png" Id="Rb9b8e3b641864bf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07ef49c1ac4539" /><Relationship Type="http://schemas.openxmlformats.org/officeDocument/2006/relationships/image" Target="/ppt/media/image2.png" Id="R13d82e8acab9494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b9b8e3b641864bf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13d82e8acab9494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2ebd51309b4c88" /><Relationship Type="http://schemas.openxmlformats.org/officeDocument/2006/relationships/slideLayout" Target="/ppt/slideLayouts/slideLayout1.xml" Id="Rccf341a4faaa435a" /><Relationship Type="http://schemas.openxmlformats.org/officeDocument/2006/relationships/slideLayout" Target="/ppt/slideLayouts/slideLayout2.xml" Id="R63d0a95d7d6e4a93" /><Relationship Type="http://schemas.openxmlformats.org/officeDocument/2006/relationships/slideLayout" Target="/ppt/slideLayouts/slideLayout3.xml" Id="R78a005d04dad4d55" /><Relationship Type="http://schemas.openxmlformats.org/officeDocument/2006/relationships/slideLayout" Target="/ppt/slideLayouts/slideLayout4.xml" Id="R169d0a768fbf4bf6" /><Relationship Type="http://schemas.openxmlformats.org/officeDocument/2006/relationships/slideLayout" Target="/ppt/slideLayouts/slideLayout5.xml" Id="Ra3d500e325254c2c" /><Relationship Type="http://schemas.openxmlformats.org/officeDocument/2006/relationships/slideLayout" Target="/ppt/slideLayouts/slideLayout6.xml" Id="R8910e7c2e1854732" /><Relationship Type="http://schemas.openxmlformats.org/officeDocument/2006/relationships/slideLayout" Target="/ppt/slideLayouts/slideLayout7.xml" Id="Rccb8b5f77c4f408e" /><Relationship Type="http://schemas.openxmlformats.org/officeDocument/2006/relationships/slideLayout" Target="/ppt/slideLayouts/slideLayout8.xml" Id="R42ae30af836048c7" /><Relationship Type="http://schemas.openxmlformats.org/officeDocument/2006/relationships/slideLayout" Target="/ppt/slideLayouts/slideLayout9.xml" Id="R6ea3689e324042b8" /><Relationship Type="http://schemas.openxmlformats.org/officeDocument/2006/relationships/slideLayout" Target="/ppt/slideLayouts/slideLayout10.xml" Id="R075df5832af641e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f341a4faaa435a"/>
    <p:sldLayoutId xmlns:r="http://schemas.openxmlformats.org/officeDocument/2006/relationships" id="2147483650" r:id="R63d0a95d7d6e4a93"/>
    <p:sldLayoutId xmlns:r="http://schemas.openxmlformats.org/officeDocument/2006/relationships" id="2147483651" r:id="R78a005d04dad4d55"/>
    <p:sldLayoutId xmlns:r="http://schemas.openxmlformats.org/officeDocument/2006/relationships" id="2147483652" r:id="R169d0a768fbf4bf6"/>
    <p:sldLayoutId xmlns:r="http://schemas.openxmlformats.org/officeDocument/2006/relationships" id="2147483653" r:id="Ra3d500e325254c2c"/>
    <p:sldLayoutId xmlns:r="http://schemas.openxmlformats.org/officeDocument/2006/relationships" id="2147483654" r:id="R8910e7c2e1854732"/>
    <p:sldLayoutId xmlns:r="http://schemas.openxmlformats.org/officeDocument/2006/relationships" id="2147483655" r:id="Rccb8b5f77c4f408e"/>
    <p:sldLayoutId xmlns:r="http://schemas.openxmlformats.org/officeDocument/2006/relationships" id="2147483656" r:id="R42ae30af836048c7"/>
    <p:sldLayoutId xmlns:r="http://schemas.openxmlformats.org/officeDocument/2006/relationships" id="2147483657" r:id="R6ea3689e324042b8"/>
    <p:sldLayoutId xmlns:r="http://schemas.openxmlformats.org/officeDocument/2006/relationships" id="2147483658" r:id="R075df5832af641e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811de34284a1d" /><Relationship Type="http://schemas.openxmlformats.org/officeDocument/2006/relationships/notesSlide" Target="/ppt/notesSlides/notesSlide1.xml" Id="R551da76caeda48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360e4c4caa14622" /><Relationship Type="http://schemas.openxmlformats.org/officeDocument/2006/relationships/notesSlide" Target="/ppt/notesSlides/notesSlide2.xml" Id="Rf9da3304a17547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6310a7b57742fe" /><Relationship Type="http://schemas.openxmlformats.org/officeDocument/2006/relationships/notesSlide" Target="/ppt/notesSlides/notesSlide3.xml" Id="R1f3f9a6c82b74e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1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ClassMic project charter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C1  Draft course authorization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Test student phones as instructor-controlled microphones. Revised A2 and B2 support a limited prototype, controlled evaluation and a later pilot decision.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600000"/>
                <a:gridCol w="5300000"/>
                <a:gridCol w="3504599"/>
              </a:tblGrid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Objective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Proposed target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Evidence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O1  Complete scope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Five stories and all Must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Acceptance record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O2  Practical workflow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9/10 setups within 2 min
27/30 speaking trials within 3 sec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Scripted timed trials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O3  Audibility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 least 75% positive feedback
At least 5 volunteer reviewers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Counts and sample limits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O4  Control and privacy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unauthorized transmission
No saved audio or transcripts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Misuse and storage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Selected one-way delay target: 95th percentile at most 150 ms. Formal course acceptance remains open.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Included scope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Temporary browser sessions, QR or code join, speaking queue, one approved phone microphone, speaker output, recovery and evaluation.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2</a:t>
            </a: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Exclusions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Live teaching deployment, recording, transcripts, persistent profiles, grading, attendance, simultaneous microphones and paid production infrastructure.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Scope and delivery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Requirements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Explicit microphone permission, instructor approval and push to talk. Mute, disconnect and end must stop audio. Preserve an alternative speaking route.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Milestones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Plan review by 19 September. Sprint 1 on 20–26 September. Sprint 2 on 27 September–3 October. Closeout and final presentation on 4–9 October.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Two weekly construction sprints, after the planned review on 19 September.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3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Authority and open decisions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Student speakers and listeners, instructors and the project team. Technical and accessibility reviewers participate if available.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Stakeholders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Feedback, delay, incompatible devices, unwanted transmission and limited time. Test early and retain a fallback.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Initial risks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Proposed 100 student hours and AED 0 new cash spending through reuse. Confirm equipment, volunteers and capacity.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Resources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Formal course approval, resource access and genuine team evidence. Original individual input and the brainstorming proposal are included.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To confirm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Font typeface="Arial"/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Planning responsibilities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Course instructor: acceptance authority.
Nurtore Arynuruly: project manager.
Temiko Machavariani: technical lead.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>
                <a:latin typeface="Helvetica Neue"/>
                <a:ea typeface="Helvetica Neue"/>
                <a:cs typeface="Helvetica Neue"/>
              </a:rPr>
              <a:t>The PM coordinates daily work. The instructor reviews material scope and schedule changes. No university spending authority is implied.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No live deployment or paid commitment is authorized by this draft.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2026-09-09T20:54:23.1870000Z</dcterms:created>
  <dcterms:modified xsi:type="dcterms:W3CDTF">2026-09-09T20:54:23.1870000Z</dcterms:modified>
</coreProperties>
</file>