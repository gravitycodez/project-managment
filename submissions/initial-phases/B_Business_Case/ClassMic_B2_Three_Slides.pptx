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eed1965c04d8d" /><Relationship Type="http://schemas.openxmlformats.org/officeDocument/2006/relationships/extended-properties" Target="/docProps/app.xml" Id="R801d0a385c4543ab" /><Relationship Type="http://schemas.openxmlformats.org/officeDocument/2006/relationships/officeDocument" Target="/ppt/presentation.xml" Id="R13fe6e151ec24fd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66b40cfb99540e5"/>
  </p:sldMasterIdLst>
  <p:notesMasterIdLst>
    <p:notesMasterId xmlns:r="http://schemas.openxmlformats.org/officeDocument/2006/relationships" r:id="R7c8ca515ded74414"/>
  </p:notesMasterIdLst>
  <p:sldIdLst>
    <p:sldId xmlns:r="http://schemas.openxmlformats.org/officeDocument/2006/relationships" id="256" r:id="R7c0a21f68bd44553"/>
    <p:sldId xmlns:r="http://schemas.openxmlformats.org/officeDocument/2006/relationships" id="257" r:id="R843ea24f130940a5"/>
    <p:sldId xmlns:r="http://schemas.openxmlformats.org/officeDocument/2006/relationships" id="258" r:id="R9f292001244346a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fe353edc023249ce"/>
      <p:bold xmlns:r="http://schemas.openxmlformats.org/officeDocument/2006/relationships" r:id="R3add18e28ae64752"/>
    </p:embeddedFont>
    <p:embeddedFont>
      <p:font typeface="Inter Medium"/>
      <p:regular xmlns:r="http://schemas.openxmlformats.org/officeDocument/2006/relationships" r:id="Rb080f6e6fbdb43f2"/>
    </p:embeddedFont>
    <p:embeddedFont>
      <p:font typeface="Inter SemiBold"/>
      <p:regular xmlns:r="http://schemas.openxmlformats.org/officeDocument/2006/relationships" r:id="R401c1fdfcafd4ebb"/>
      <p:bold xmlns:r="http://schemas.openxmlformats.org/officeDocument/2006/relationships" r:id="R0fe8d622f7114c97"/>
    </p:embeddedFont>
    <p:embeddedFont>
      <p:font typeface="OpenAI Sans"/>
      <p:regular xmlns:r="http://schemas.openxmlformats.org/officeDocument/2006/relationships" r:id="R72b6188a8283485d"/>
      <p:bold xmlns:r="http://schemas.openxmlformats.org/officeDocument/2006/relationships" r:id="Ra816e888943d447d"/>
      <p:italic xmlns:r="http://schemas.openxmlformats.org/officeDocument/2006/relationships" r:id="Rfff56ee6b13c49fe"/>
      <p:boldItalic xmlns:r="http://schemas.openxmlformats.org/officeDocument/2006/relationships" r:id="R6507012a4af04f5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9476dd5eb148db" /><Relationship Type="http://schemas.openxmlformats.org/officeDocument/2006/relationships/slideMaster" Target="/ppt/slideMasters/slideMaster1.xml" Id="Rd66b40cfb99540e5" /><Relationship Type="http://schemas.openxmlformats.org/officeDocument/2006/relationships/notesMaster" Target="/ppt/notesMasters/notesMaster1.xml" Id="R7c8ca515ded74414" /><Relationship Type="http://schemas.openxmlformats.org/officeDocument/2006/relationships/presProps" Target="/ppt/presProps.xml" Id="R6eb42eb9c9cf4824" /><Relationship Type="http://schemas.openxmlformats.org/officeDocument/2006/relationships/viewProps" Target="/ppt/viewProps.xml" Id="R8e856f893e664a74" /><Relationship Type="http://schemas.openxmlformats.org/officeDocument/2006/relationships/tableStyles" Target="/ppt/tableStyles.xml" Id="R2229aa351de740ff" /><Relationship Type="http://schemas.openxmlformats.org/officeDocument/2006/relationships/font" Target="/ppt/fonts/font.dat" Id="Rfe353edc023249ce" /><Relationship Type="http://schemas.openxmlformats.org/officeDocument/2006/relationships/font" Target="/ppt/fonts/font2.dat" Id="R3add18e28ae64752" /><Relationship Type="http://schemas.openxmlformats.org/officeDocument/2006/relationships/font" Target="/ppt/fonts/font3.dat" Id="Rb080f6e6fbdb43f2" /><Relationship Type="http://schemas.openxmlformats.org/officeDocument/2006/relationships/font" Target="/ppt/fonts/font4.dat" Id="R401c1fdfcafd4ebb" /><Relationship Type="http://schemas.openxmlformats.org/officeDocument/2006/relationships/font" Target="/ppt/fonts/font5.dat" Id="R0fe8d622f7114c97" /><Relationship Type="http://schemas.openxmlformats.org/officeDocument/2006/relationships/font" Target="/ppt/fonts/font6.dat" Id="R72b6188a8283485d" /><Relationship Type="http://schemas.openxmlformats.org/officeDocument/2006/relationships/font" Target="/ppt/fonts/font7.dat" Id="Ra816e888943d447d" /><Relationship Type="http://schemas.openxmlformats.org/officeDocument/2006/relationships/font" Target="/ppt/fonts/font8.dat" Id="Rfff56ee6b13c49fe" /><Relationship Type="http://schemas.openxmlformats.org/officeDocument/2006/relationships/font" Target="/ppt/fonts/font9.dat" Id="R6507012a4af04f5e" /><Relationship Type="http://schemas.openxmlformats.org/officeDocument/2006/relationships/slide" Target="/ppt/slides/slide1.xml" Id="R7c0a21f68bd44553" /><Relationship Type="http://schemas.openxmlformats.org/officeDocument/2006/relationships/slide" Target="/ppt/slides/slide2.xml" Id="R843ea24f130940a5" /><Relationship Type="http://schemas.openxmlformats.org/officeDocument/2006/relationships/slide" Target="/ppt/slides/slide3.xml" Id="R9f2920012443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c6e87f252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2aa2beb1f84266" /><Relationship Type="http://schemas.openxmlformats.org/officeDocument/2006/relationships/notesMaster" Target="/ppt/notesMasters/notesMaster1.xml" Id="Raf9ccb8d82b243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d7ad7108e4167" /><Relationship Type="http://schemas.openxmlformats.org/officeDocument/2006/relationships/notesMaster" Target="/ppt/notesMasters/notesMaster1.xml" Id="Rc8c55460482c4f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45d51ce83e40f2" /><Relationship Type="http://schemas.openxmlformats.org/officeDocument/2006/relationships/notesMaster" Target="/ppt/notesMasters/notesMaster1.xml" Id="Re9f3d3fe1ae9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Biamp Crowd Mics supports phone microphones and moderator control. Source: https://www.biamp.com/products/families/crowd-mics (accessed 17 September 2026). Commercial capability does not establish local demand or a quoted cost.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https://www.biamp.com/products/families/crowd-mics and https://www.biamp.com/products/families/crowd-mics/faq (accessed 17 September 2026). The 100-hour and AED 0 estimates assume available student capacity and existing resources.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planning review: 18 September. Two seven-day sprints: 19–25 September and 26 September–2 October. The product report is due 3 October at 00:00; execution evidence is due 4 October at 00:00. Closing work is due 10 October at 00:00.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c424ff6e8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71e90dd6741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393106df94f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f4c224c044b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eed7a040e41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707200b6649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fc59d6d5e4c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b6b75fa4845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6769591f44f20" /><Relationship Type="http://schemas.openxmlformats.org/officeDocument/2006/relationships/image" Target="/ppt/media/image.png" Id="R9ec6bc9e9cb942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f46893bcc47c3" /><Relationship Type="http://schemas.openxmlformats.org/officeDocument/2006/relationships/image" Target="/ppt/media/image2.png" Id="R42866912bb6b4b1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ec6bc9e9cb9424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42866912bb6b4b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b457bdb574f8d" /><Relationship Type="http://schemas.openxmlformats.org/officeDocument/2006/relationships/slideLayout" Target="/ppt/slideLayouts/slideLayout1.xml" Id="R77118fa6e9d940b8" /><Relationship Type="http://schemas.openxmlformats.org/officeDocument/2006/relationships/slideLayout" Target="/ppt/slideLayouts/slideLayout2.xml" Id="Rc3de12c08e324822" /><Relationship Type="http://schemas.openxmlformats.org/officeDocument/2006/relationships/slideLayout" Target="/ppt/slideLayouts/slideLayout3.xml" Id="Ra482a24832824001" /><Relationship Type="http://schemas.openxmlformats.org/officeDocument/2006/relationships/slideLayout" Target="/ppt/slideLayouts/slideLayout4.xml" Id="R2f2ac0a4d0d64617" /><Relationship Type="http://schemas.openxmlformats.org/officeDocument/2006/relationships/slideLayout" Target="/ppt/slideLayouts/slideLayout5.xml" Id="R4ed05e6808f34ec5" /><Relationship Type="http://schemas.openxmlformats.org/officeDocument/2006/relationships/slideLayout" Target="/ppt/slideLayouts/slideLayout6.xml" Id="R65b000aa74ce4271" /><Relationship Type="http://schemas.openxmlformats.org/officeDocument/2006/relationships/slideLayout" Target="/ppt/slideLayouts/slideLayout7.xml" Id="R3b39ba798a4248a1" /><Relationship Type="http://schemas.openxmlformats.org/officeDocument/2006/relationships/slideLayout" Target="/ppt/slideLayouts/slideLayout8.xml" Id="R59fe43dca97b4a2d" /><Relationship Type="http://schemas.openxmlformats.org/officeDocument/2006/relationships/slideLayout" Target="/ppt/slideLayouts/slideLayout9.xml" Id="Re05e24b77a57419e" /><Relationship Type="http://schemas.openxmlformats.org/officeDocument/2006/relationships/slideLayout" Target="/ppt/slideLayouts/slideLayout10.xml" Id="Rb8b255652af64c1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118fa6e9d940b8"/>
    <p:sldLayoutId xmlns:r="http://schemas.openxmlformats.org/officeDocument/2006/relationships" id="2147483650" r:id="Rc3de12c08e324822"/>
    <p:sldLayoutId xmlns:r="http://schemas.openxmlformats.org/officeDocument/2006/relationships" id="2147483651" r:id="Ra482a24832824001"/>
    <p:sldLayoutId xmlns:r="http://schemas.openxmlformats.org/officeDocument/2006/relationships" id="2147483652" r:id="R2f2ac0a4d0d64617"/>
    <p:sldLayoutId xmlns:r="http://schemas.openxmlformats.org/officeDocument/2006/relationships" id="2147483653" r:id="R4ed05e6808f34ec5"/>
    <p:sldLayoutId xmlns:r="http://schemas.openxmlformats.org/officeDocument/2006/relationships" id="2147483654" r:id="R65b000aa74ce4271"/>
    <p:sldLayoutId xmlns:r="http://schemas.openxmlformats.org/officeDocument/2006/relationships" id="2147483655" r:id="R3b39ba798a4248a1"/>
    <p:sldLayoutId xmlns:r="http://schemas.openxmlformats.org/officeDocument/2006/relationships" id="2147483656" r:id="R59fe43dca97b4a2d"/>
    <p:sldLayoutId xmlns:r="http://schemas.openxmlformats.org/officeDocument/2006/relationships" id="2147483657" r:id="Re05e24b77a57419e"/>
    <p:sldLayoutId xmlns:r="http://schemas.openxmlformats.org/officeDocument/2006/relationships" id="2147483658" r:id="Rb8b255652af64c1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cde2db9d146e1" /><Relationship Type="http://schemas.openxmlformats.org/officeDocument/2006/relationships/notesSlide" Target="/ppt/notesSlides/notesSlide1.xml" Id="Rb652099d39cc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bb4f4e121a4052" /><Relationship Type="http://schemas.openxmlformats.org/officeDocument/2006/relationships/notesSlide" Target="/ppt/notesSlides/notesSlide2.xml" Id="R310a8d058406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47f5e2c10c43cd" /><Relationship Type="http://schemas.openxmlformats.org/officeDocument/2006/relationships/notesSlide" Target="/ppt/notesSlides/notesSlide3.xml" Id="R6123202f922444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business case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whether phone microphones make student contributions easier to hear than the current classroom workaround.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Need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course gains a focused project to investigate, build and evaluate. Institutional savings remain unproven.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Value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 the current process, evaluate a commercial product, or build the small ClassMic prototype.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Alternatives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Biamp offers a similar core workflow. The case for custom work rests on course learning and testing the browser experience.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Evidence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B2  Decision requested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2200">
                <a:latin typeface="Helvetica Neue"/>
                <a:ea typeface="Helvetica Neue"/>
                <a:cs typeface="Helvetica Neue"/>
              </a:rPr>
              <a:t>GO for a limited course prototype using existing resources.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funded classroom pilot stays at REVISE until local need, performance, cost and support are established.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Temiko Machavariani and Nurtore Arynuruly   BUS 2010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Alternatives and tradeoffs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 bounded comparison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Commercial capability is documented. Prices, local fit and adoption still need validation.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classroom fit, costs, feasibility and support.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00000"/>
                <a:gridCol w="3300000"/>
                <a:gridCol w="3000000"/>
                <a:gridCol w="2804599"/>
              </a:tblGrid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Option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Potential value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Cost position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Main uncertainty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 current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instructor repetition or an existing mic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new platform assumed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it solve the local problem?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Buy or adapt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phone mic and moderator workflow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Hardware and installation quote needed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Room fit and total support cost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 prototype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 browser workflow and course learning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student hours proposed
No new cash assumed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Audio feasibility and maintenance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The evidence does not establish that custom development is cheaper or better for a university.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Proposed sequence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 D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by 18 September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Sprint 1 runs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19–25 September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Sprint 2 runs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26 September–2 October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Closing runs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3–9 October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Resources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for 100 student hours. Reuse available phones, a laptop and a speaker. Any paid tool or equipment requires a revised estimate.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Delivery and decision gates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Course acceptance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 five Must stories, timed trials and volunteer feedback. Report unmet targets, defects and the limits of the evidence.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Future investment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live pilot needs validated demand, acceptable sound, a commercial comparison, named support and a funded authorization.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Product report due 3 October at 00:00; finish testing by 2 October.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Temiko Machavariani and Nurtore Arynuruly</dc:creator>
  <lastModifiedBy/>
  <dc:title>Presentation</dc:title>
  <dcterms:created xsi:type="dcterms:W3CDTF">2026-09-17T16:30:21.9610000Z</dcterms:created>
  <dcterms:modified xsi:type="dcterms:W3CDTF">2026-09-17T16:30:21.9610000Z</dcterms:modified>
</coreProperties>
</file>