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09e99baeafb41dd"/><Relationship Type="http://schemas.openxmlformats.org/officeDocument/2006/relationships/extended-properties" Target="/docProps/app.xml" Id="Re29ed87dfb534a22"/><Relationship Type="http://schemas.openxmlformats.org/officeDocument/2006/relationships/officeDocument" Target="/ppt/presentation.xml" Id="R53bf7f5a0cfa484a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11ab537df4c4f78"/>
  </p:sldMasterIdLst>
  <p:notesMasterIdLst>
    <p:notesMasterId xmlns:r="http://schemas.openxmlformats.org/officeDocument/2006/relationships" r:id="R575028220d654f54"/>
  </p:notesMasterIdLst>
  <p:sldIdLst>
    <p:sldId xmlns:r="http://schemas.openxmlformats.org/officeDocument/2006/relationships" id="256" r:id="R49192092324e4dd6"/>
    <p:sldId xmlns:r="http://schemas.openxmlformats.org/officeDocument/2006/relationships" id="257" r:id="R0ce83c9595a7412e"/>
    <p:sldId xmlns:r="http://schemas.openxmlformats.org/officeDocument/2006/relationships" id="258" r:id="R27d238f8cb5146b2"/>
  </p:sldIdLst>
  <p:sldSz cx="12192000" cy="6858000"/>
  <p:notesSz cx="6858000" cy="9144000"/>
  <p:embeddedFontLst>
    <p:embeddedFont>
      <p:font typeface="Inter"/>
      <p:regular xmlns:r="http://schemas.openxmlformats.org/officeDocument/2006/relationships" r:id="Rf4e9cb5dba2248e5"/>
      <p:bold xmlns:r="http://schemas.openxmlformats.org/officeDocument/2006/relationships" r:id="R1e54b02b78624ba5"/>
    </p:embeddedFont>
    <p:embeddedFont>
      <p:font typeface="Inter Medium"/>
      <p:regular xmlns:r="http://schemas.openxmlformats.org/officeDocument/2006/relationships" r:id="R4ef18c147263448f"/>
    </p:embeddedFont>
    <p:embeddedFont>
      <p:font typeface="Inter SemiBold"/>
      <p:regular xmlns:r="http://schemas.openxmlformats.org/officeDocument/2006/relationships" r:id="R9d5b4dbef42f45fb"/>
      <p:bold xmlns:r="http://schemas.openxmlformats.org/officeDocument/2006/relationships" r:id="R852cb5d8edfe4334"/>
    </p:embeddedFont>
    <p:embeddedFont>
      <p:font typeface="OpenAI Sans"/>
      <p:regular xmlns:r="http://schemas.openxmlformats.org/officeDocument/2006/relationships" r:id="R9206fab552224f9e"/>
      <p:bold xmlns:r="http://schemas.openxmlformats.org/officeDocument/2006/relationships" r:id="Ra891cdbb194247b3"/>
      <p:italic xmlns:r="http://schemas.openxmlformats.org/officeDocument/2006/relationships" r:id="Rb5a5b5937e81400b"/>
      <p:boldItalic xmlns:r="http://schemas.openxmlformats.org/officeDocument/2006/relationships" r:id="Rc300e276c5004b9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9c8947e2547cf" /><Relationship Type="http://schemas.openxmlformats.org/officeDocument/2006/relationships/slideMaster" Target="/ppt/slideMasters/slideMaster1.xml" Id="Ra11ab537df4c4f78" /><Relationship Type="http://schemas.openxmlformats.org/officeDocument/2006/relationships/notesMaster" Target="/ppt/notesMasters/notesMaster1.xml" Id="R575028220d654f54" /><Relationship Type="http://schemas.openxmlformats.org/officeDocument/2006/relationships/presProps" Target="/ppt/presProps.xml" Id="Rbb02e8a9adc24493" /><Relationship Type="http://schemas.openxmlformats.org/officeDocument/2006/relationships/viewProps" Target="/ppt/viewProps.xml" Id="R22f4f94427f14e80" /><Relationship Type="http://schemas.openxmlformats.org/officeDocument/2006/relationships/tableStyles" Target="/ppt/tableStyles.xml" Id="Rf80794d0ed024392" /><Relationship Type="http://schemas.openxmlformats.org/officeDocument/2006/relationships/font" Target="/ppt/fonts/font.dat" Id="Rf4e9cb5dba2248e5" /><Relationship Type="http://schemas.openxmlformats.org/officeDocument/2006/relationships/font" Target="/ppt/fonts/font2.dat" Id="R1e54b02b78624ba5" /><Relationship Type="http://schemas.openxmlformats.org/officeDocument/2006/relationships/font" Target="/ppt/fonts/font3.dat" Id="R4ef18c147263448f" /><Relationship Type="http://schemas.openxmlformats.org/officeDocument/2006/relationships/font" Target="/ppt/fonts/font4.dat" Id="R9d5b4dbef42f45fb" /><Relationship Type="http://schemas.openxmlformats.org/officeDocument/2006/relationships/font" Target="/ppt/fonts/font5.dat" Id="R852cb5d8edfe4334" /><Relationship Type="http://schemas.openxmlformats.org/officeDocument/2006/relationships/font" Target="/ppt/fonts/font6.dat" Id="R9206fab552224f9e" /><Relationship Type="http://schemas.openxmlformats.org/officeDocument/2006/relationships/font" Target="/ppt/fonts/font7.dat" Id="Ra891cdbb194247b3" /><Relationship Type="http://schemas.openxmlformats.org/officeDocument/2006/relationships/font" Target="/ppt/fonts/font8.dat" Id="Rb5a5b5937e81400b" /><Relationship Type="http://schemas.openxmlformats.org/officeDocument/2006/relationships/font" Target="/ppt/fonts/font9.dat" Id="Rc300e276c5004b9c" /><Relationship Type="http://schemas.openxmlformats.org/officeDocument/2006/relationships/slide" Target="/ppt/slides/slide1.xml" Id="R49192092324e4dd6" /><Relationship Type="http://schemas.openxmlformats.org/officeDocument/2006/relationships/slide" Target="/ppt/slides/slide2.xml" Id="R0ce83c9595a7412e" /><Relationship Type="http://schemas.openxmlformats.org/officeDocument/2006/relationships/slide" Target="/ppt/slides/slide3.xml" Id="R27d238f8cb5146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2343a2547540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4b52da5ae34431" /><Relationship Type="http://schemas.openxmlformats.org/officeDocument/2006/relationships/notesMaster" Target="/ppt/notesMasters/notesMaster1.xml" Id="Rbbd3521f906842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a25b1a0f9444fa" /><Relationship Type="http://schemas.openxmlformats.org/officeDocument/2006/relationships/notesMaster" Target="/ppt/notesMasters/notesMaster1.xml" Id="R0920195ad54c47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c2877aa1a840df" /><Relationship Type="http://schemas.openxmlformats.org/officeDocument/2006/relationships/notesMaster" Target="/ppt/notesMasters/notesMaster1.xml" Id="R8c43be9711f14c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prototype will test audibility and ease of use in a controlled setting. Local user feedback is needed before a classroom pilot.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proposed role split puts development and testing with Temiko Machavariani and requirements and delivery coordination with Nurtore Arynuruly. The schedule assumes both have enough time for their assigned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Record positive and total feedback counts. Measure one-way audio delay separately from the time between instructor approval and audible speech. The delay target is a 95th percentile of 150 ms or less.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283f377b54e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cd7d8974348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4536cf4fc40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60404fc0f41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67eb0eda940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3323e07364a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02baf02e64cd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8a402134946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b7d4dfe0c41e8" /><Relationship Type="http://schemas.openxmlformats.org/officeDocument/2006/relationships/image" Target="/ppt/media/image.png" Id="R2b3551c93b154f8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285e6ce19467b" /><Relationship Type="http://schemas.openxmlformats.org/officeDocument/2006/relationships/image" Target="/ppt/media/image2.png" Id="R25a31965894c43f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2b3551c93b154f8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25a31965894c43f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c6b0eaf75b4297" /><Relationship Type="http://schemas.openxmlformats.org/officeDocument/2006/relationships/slideLayout" Target="/ppt/slideLayouts/slideLayout1.xml" Id="Ra0b94f4f15b14b2c" /><Relationship Type="http://schemas.openxmlformats.org/officeDocument/2006/relationships/slideLayout" Target="/ppt/slideLayouts/slideLayout2.xml" Id="R273d77d8a0074820" /><Relationship Type="http://schemas.openxmlformats.org/officeDocument/2006/relationships/slideLayout" Target="/ppt/slideLayouts/slideLayout3.xml" Id="R5447410e5fff4374" /><Relationship Type="http://schemas.openxmlformats.org/officeDocument/2006/relationships/slideLayout" Target="/ppt/slideLayouts/slideLayout4.xml" Id="Re3ffe8fe82274d6c" /><Relationship Type="http://schemas.openxmlformats.org/officeDocument/2006/relationships/slideLayout" Target="/ppt/slideLayouts/slideLayout5.xml" Id="Ra918809ef74c4131" /><Relationship Type="http://schemas.openxmlformats.org/officeDocument/2006/relationships/slideLayout" Target="/ppt/slideLayouts/slideLayout6.xml" Id="Rb2230dea57b1406f" /><Relationship Type="http://schemas.openxmlformats.org/officeDocument/2006/relationships/slideLayout" Target="/ppt/slideLayouts/slideLayout7.xml" Id="R9d98fc972a364951" /><Relationship Type="http://schemas.openxmlformats.org/officeDocument/2006/relationships/slideLayout" Target="/ppt/slideLayouts/slideLayout8.xml" Id="R4cea0ba3e0e64e3a" /><Relationship Type="http://schemas.openxmlformats.org/officeDocument/2006/relationships/slideLayout" Target="/ppt/slideLayouts/slideLayout9.xml" Id="R224f2f95cfda4df7" /><Relationship Type="http://schemas.openxmlformats.org/officeDocument/2006/relationships/slideLayout" Target="/ppt/slideLayouts/slideLayout10.xml" Id="Rbfe091426c854c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b94f4f15b14b2c"/>
    <p:sldLayoutId xmlns:r="http://schemas.openxmlformats.org/officeDocument/2006/relationships" id="2147483650" r:id="R273d77d8a0074820"/>
    <p:sldLayoutId xmlns:r="http://schemas.openxmlformats.org/officeDocument/2006/relationships" id="2147483651" r:id="R5447410e5fff4374"/>
    <p:sldLayoutId xmlns:r="http://schemas.openxmlformats.org/officeDocument/2006/relationships" id="2147483652" r:id="Re3ffe8fe82274d6c"/>
    <p:sldLayoutId xmlns:r="http://schemas.openxmlformats.org/officeDocument/2006/relationships" id="2147483653" r:id="Ra918809ef74c4131"/>
    <p:sldLayoutId xmlns:r="http://schemas.openxmlformats.org/officeDocument/2006/relationships" id="2147483654" r:id="Rb2230dea57b1406f"/>
    <p:sldLayoutId xmlns:r="http://schemas.openxmlformats.org/officeDocument/2006/relationships" id="2147483655" r:id="R9d98fc972a364951"/>
    <p:sldLayoutId xmlns:r="http://schemas.openxmlformats.org/officeDocument/2006/relationships" id="2147483656" r:id="R4cea0ba3e0e64e3a"/>
    <p:sldLayoutId xmlns:r="http://schemas.openxmlformats.org/officeDocument/2006/relationships" id="2147483657" r:id="R224f2f95cfda4df7"/>
    <p:sldLayoutId xmlns:r="http://schemas.openxmlformats.org/officeDocument/2006/relationships" id="2147483658" r:id="Rbfe091426c854ca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e27bb0d9c4d13" /><Relationship Type="http://schemas.openxmlformats.org/officeDocument/2006/relationships/notesSlide" Target="/ppt/notesSlides/notesSlide1.xml" Id="Re71daa87a6ef47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f19f1ce1334fde" /><Relationship Type="http://schemas.openxmlformats.org/officeDocument/2006/relationships/notesSlide" Target="/ppt/notesSlides/notesSlide2.xml" Id="R4a6c35c6a3e148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4c4ff1722440e" /><Relationship Type="http://schemas.openxmlformats.org/officeDocument/2006/relationships/notesSlide" Target="/ppt/notesSlides/notesSlide3.xml" Id="Rabbbdf92846049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1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ClassMic aspiration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Quiet questions may need repeating or a microphone. We have not yet measured how often this happens in our classes.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Problem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Students request a turn from their phones. An approved speaker uses the room speaker without passing a microphone.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Proposed value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 whether students can use phone microphones easily and whether the room can hear them clearly.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Concept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Two weekly build sprints and controlled evaluation. A live classroom pilot needs a later decision.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Boundary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Font typeface="Arial"/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A2  Classroom participation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Make student questions easier for the whole room to hear while the instructor controls speaking turns.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course project will test a small browser prototype using existing equipment.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Temiko Machavariani and Nurtore Arynuruly   BUS 2010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Students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Students need an easy way to request a turn and hear one another. A physical microphone or instructor repetition remains available.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2</a:t>
            </a: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Instructors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Instructors need to approve a speaker, mute the microphone and end a session without disrupting discussion.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Stakeholders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Project team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Proposed roles: Temiko leads development and testing. Nurtore coordinates requirements, delivery and evaluation.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Review and support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course instructor reviews deliverables. Technical and accessibility advisers may help if a room test can be arranged.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Team capacity and reviewer availability remain planning assumptions.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3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Proposed success measures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Prototype evaluation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Build five priority user stories in two weekly sprints. Evaluate the prototype against these targets.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00000"/>
                <a:gridCol w="5700000"/>
                <a:gridCol w="3404599"/>
              </a:tblGrid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Measure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Target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Evidence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Prototype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stories and all required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 record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Setup and speaking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9/10 setups within 2 min
27/30 speaking trials within 3 sec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timed trials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Audibility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 least 75% positive feedback
At least 5 volunteer reviewers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Feedback counts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 and privacy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unauthorized transmission
No saved audio or transcripts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Misuse and storage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One-way audio delay target: 95th percentile at most 150 ms.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On-screen Show (16:9)</ap:PresentationFormat>
  <ap:Slides>3</ap:Slides>
  <ap:Notes>3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Temiko Machavariani and Nurtore Arynuruly</dc:creator>
  <dc:title>ClassMic Aspiration</dc:title>
</coreProperties>
</file>