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d04e0509e34886" /><Relationship Type="http://schemas.openxmlformats.org/officeDocument/2006/relationships/extended-properties" Target="/docProps/app.xml" Id="Rd769b0f657e1449a" /><Relationship Type="http://schemas.openxmlformats.org/officeDocument/2006/relationships/officeDocument" Target="/ppt/presentation.xml" Id="R9ef1e49434b9491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6059ea7748b469a"/>
  </p:sldMasterIdLst>
  <p:notesMasterIdLst>
    <p:notesMasterId xmlns:r="http://schemas.openxmlformats.org/officeDocument/2006/relationships" r:id="R385b547c5e164eb6"/>
  </p:notesMasterIdLst>
  <p:sldIdLst>
    <p:sldId xmlns:r="http://schemas.openxmlformats.org/officeDocument/2006/relationships" id="256" r:id="R151633f472b84f00"/>
    <p:sldId xmlns:r="http://schemas.openxmlformats.org/officeDocument/2006/relationships" id="257" r:id="R06c326e81b894872"/>
    <p:sldId xmlns:r="http://schemas.openxmlformats.org/officeDocument/2006/relationships" id="258" r:id="R7b3a1ecdb7d14b18"/>
  </p:sldIdLst>
  <p:sldSz cx="12192000" cy="6858000"/>
  <p:notesSz cx="6858000" cy="9144000"/>
  <p:embeddedFontLst>
    <p:embeddedFont>
      <p:font typeface="Inter"/>
      <p:regular xmlns:r="http://schemas.openxmlformats.org/officeDocument/2006/relationships" r:id="R4ad3eddaaf634bf8"/>
      <p:bold xmlns:r="http://schemas.openxmlformats.org/officeDocument/2006/relationships" r:id="Rfb6dbcbbbb24467a"/>
    </p:embeddedFont>
    <p:embeddedFont>
      <p:font typeface="Inter Medium"/>
      <p:regular xmlns:r="http://schemas.openxmlformats.org/officeDocument/2006/relationships" r:id="Rc1d4a913adf04aef"/>
    </p:embeddedFont>
    <p:embeddedFont>
      <p:font typeface="Inter SemiBold"/>
      <p:regular xmlns:r="http://schemas.openxmlformats.org/officeDocument/2006/relationships" r:id="Rc605080948814841"/>
      <p:bold xmlns:r="http://schemas.openxmlformats.org/officeDocument/2006/relationships" r:id="R69221902336842d5"/>
    </p:embeddedFont>
    <p:embeddedFont>
      <p:font typeface="OpenAI Sans"/>
      <p:regular xmlns:r="http://schemas.openxmlformats.org/officeDocument/2006/relationships" r:id="R17448bb8bbdc426b"/>
      <p:bold xmlns:r="http://schemas.openxmlformats.org/officeDocument/2006/relationships" r:id="Rae05bd57148c4124"/>
      <p:italic xmlns:r="http://schemas.openxmlformats.org/officeDocument/2006/relationships" r:id="R9ef15d9f12334a73"/>
      <p:boldItalic xmlns:r="http://schemas.openxmlformats.org/officeDocument/2006/relationships" r:id="Rcb1eb794bcb5495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f2ec43c2e54bfd" /><Relationship Type="http://schemas.openxmlformats.org/officeDocument/2006/relationships/slideMaster" Target="/ppt/slideMasters/slideMaster1.xml" Id="Rf6059ea7748b469a" /><Relationship Type="http://schemas.openxmlformats.org/officeDocument/2006/relationships/notesMaster" Target="/ppt/notesMasters/notesMaster1.xml" Id="R385b547c5e164eb6" /><Relationship Type="http://schemas.openxmlformats.org/officeDocument/2006/relationships/presProps" Target="/ppt/presProps.xml" Id="Rd4b95486802e43b2" /><Relationship Type="http://schemas.openxmlformats.org/officeDocument/2006/relationships/viewProps" Target="/ppt/viewProps.xml" Id="Rb1b8d049455945f0" /><Relationship Type="http://schemas.openxmlformats.org/officeDocument/2006/relationships/tableStyles" Target="/ppt/tableStyles.xml" Id="R4c56b3cb65e14049" /><Relationship Type="http://schemas.openxmlformats.org/officeDocument/2006/relationships/font" Target="/ppt/fonts/font.dat" Id="R4ad3eddaaf634bf8" /><Relationship Type="http://schemas.openxmlformats.org/officeDocument/2006/relationships/font" Target="/ppt/fonts/font2.dat" Id="Rfb6dbcbbbb24467a" /><Relationship Type="http://schemas.openxmlformats.org/officeDocument/2006/relationships/font" Target="/ppt/fonts/font3.dat" Id="Rc1d4a913adf04aef" /><Relationship Type="http://schemas.openxmlformats.org/officeDocument/2006/relationships/font" Target="/ppt/fonts/font4.dat" Id="Rc605080948814841" /><Relationship Type="http://schemas.openxmlformats.org/officeDocument/2006/relationships/font" Target="/ppt/fonts/font5.dat" Id="R69221902336842d5" /><Relationship Type="http://schemas.openxmlformats.org/officeDocument/2006/relationships/font" Target="/ppt/fonts/font6.dat" Id="R17448bb8bbdc426b" /><Relationship Type="http://schemas.openxmlformats.org/officeDocument/2006/relationships/font" Target="/ppt/fonts/font7.dat" Id="Rae05bd57148c4124" /><Relationship Type="http://schemas.openxmlformats.org/officeDocument/2006/relationships/font" Target="/ppt/fonts/font8.dat" Id="R9ef15d9f12334a73" /><Relationship Type="http://schemas.openxmlformats.org/officeDocument/2006/relationships/font" Target="/ppt/fonts/font9.dat" Id="Rcb1eb794bcb54959" /><Relationship Type="http://schemas.openxmlformats.org/officeDocument/2006/relationships/slide" Target="/ppt/slides/slide1.xml" Id="R151633f472b84f00" /><Relationship Type="http://schemas.openxmlformats.org/officeDocument/2006/relationships/slide" Target="/ppt/slides/slide2.xml" Id="R06c326e81b894872" /><Relationship Type="http://schemas.openxmlformats.org/officeDocument/2006/relationships/slide" Target="/ppt/slides/slide3.xml" Id="R7b3a1ecdb7d14b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7ff6ea51784a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9b78b099344333" /><Relationship Type="http://schemas.openxmlformats.org/officeDocument/2006/relationships/notesMaster" Target="/ppt/notesMasters/notesMaster1.xml" Id="R2ac6efa0cb1c44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d4a81202f240aa" /><Relationship Type="http://schemas.openxmlformats.org/officeDocument/2006/relationships/notesMaster" Target="/ppt/notesMasters/notesMaster1.xml" Id="Rae9e4a1ded614d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d65c0f94274ab5" /><Relationship Type="http://schemas.openxmlformats.org/officeDocument/2006/relationships/notesMaster" Target="/ppt/notesMasters/notesMaster1.xml" Id="R2c566b2323424f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scope and performance figures are proposed acceptance targets. No test outcomes are asserted. Speaking activation includes the time from instructor approval until a ready speaker is audible.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weekly sprints end on 2 October to leave the product report ready before 3 October at 00:00. Live classroom deployment requires separate authorization.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proposed allocation is 54 hours for Temiko Machavariani and 46 for Nurtore Arynuruly. The course instructor accepts assessed deliverables and reviews material changes.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7f068942ed45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c8cad3690d4f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7427230e6543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92d37964b84f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6c4574736b46f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2e5543d1bf492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a79932e4a482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766102f827489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0578ee1d6247f6" /><Relationship Type="http://schemas.openxmlformats.org/officeDocument/2006/relationships/image" Target="/ppt/media/image.png" Id="R55db56223f4242e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88f0909e214ea6" /><Relationship Type="http://schemas.openxmlformats.org/officeDocument/2006/relationships/image" Target="/ppt/media/image2.png" Id="R43af469d3faa4730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55db56223f4242e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43af469d3faa473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3a9fbb46d44e53" /><Relationship Type="http://schemas.openxmlformats.org/officeDocument/2006/relationships/slideLayout" Target="/ppt/slideLayouts/slideLayout1.xml" Id="Ra5a5b875b474442f" /><Relationship Type="http://schemas.openxmlformats.org/officeDocument/2006/relationships/slideLayout" Target="/ppt/slideLayouts/slideLayout2.xml" Id="R0e56063baf924f4f" /><Relationship Type="http://schemas.openxmlformats.org/officeDocument/2006/relationships/slideLayout" Target="/ppt/slideLayouts/slideLayout3.xml" Id="Rd4000ddd22b14093" /><Relationship Type="http://schemas.openxmlformats.org/officeDocument/2006/relationships/slideLayout" Target="/ppt/slideLayouts/slideLayout4.xml" Id="R83b4c2193ec64c3e" /><Relationship Type="http://schemas.openxmlformats.org/officeDocument/2006/relationships/slideLayout" Target="/ppt/slideLayouts/slideLayout5.xml" Id="Rf645f100641f49d8" /><Relationship Type="http://schemas.openxmlformats.org/officeDocument/2006/relationships/slideLayout" Target="/ppt/slideLayouts/slideLayout6.xml" Id="Rac377d919c5d432d" /><Relationship Type="http://schemas.openxmlformats.org/officeDocument/2006/relationships/slideLayout" Target="/ppt/slideLayouts/slideLayout7.xml" Id="Rfc22bcf4d98b4966" /><Relationship Type="http://schemas.openxmlformats.org/officeDocument/2006/relationships/slideLayout" Target="/ppt/slideLayouts/slideLayout8.xml" Id="Ra430a843dc2b4675" /><Relationship Type="http://schemas.openxmlformats.org/officeDocument/2006/relationships/slideLayout" Target="/ppt/slideLayouts/slideLayout9.xml" Id="Ra0d57400e22e4dbf" /><Relationship Type="http://schemas.openxmlformats.org/officeDocument/2006/relationships/slideLayout" Target="/ppt/slideLayouts/slideLayout10.xml" Id="R4512123fa92e489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a5b875b474442f"/>
    <p:sldLayoutId xmlns:r="http://schemas.openxmlformats.org/officeDocument/2006/relationships" id="2147483650" r:id="R0e56063baf924f4f"/>
    <p:sldLayoutId xmlns:r="http://schemas.openxmlformats.org/officeDocument/2006/relationships" id="2147483651" r:id="Rd4000ddd22b14093"/>
    <p:sldLayoutId xmlns:r="http://schemas.openxmlformats.org/officeDocument/2006/relationships" id="2147483652" r:id="R83b4c2193ec64c3e"/>
    <p:sldLayoutId xmlns:r="http://schemas.openxmlformats.org/officeDocument/2006/relationships" id="2147483653" r:id="Rf645f100641f49d8"/>
    <p:sldLayoutId xmlns:r="http://schemas.openxmlformats.org/officeDocument/2006/relationships" id="2147483654" r:id="Rac377d919c5d432d"/>
    <p:sldLayoutId xmlns:r="http://schemas.openxmlformats.org/officeDocument/2006/relationships" id="2147483655" r:id="Rfc22bcf4d98b4966"/>
    <p:sldLayoutId xmlns:r="http://schemas.openxmlformats.org/officeDocument/2006/relationships" id="2147483656" r:id="Ra430a843dc2b4675"/>
    <p:sldLayoutId xmlns:r="http://schemas.openxmlformats.org/officeDocument/2006/relationships" id="2147483657" r:id="Ra0d57400e22e4dbf"/>
    <p:sldLayoutId xmlns:r="http://schemas.openxmlformats.org/officeDocument/2006/relationships" id="2147483658" r:id="R4512123fa92e4893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da02736d2547b6" /><Relationship Type="http://schemas.openxmlformats.org/officeDocument/2006/relationships/notesSlide" Target="/ppt/notesSlides/notesSlide1.xml" Id="R10128781190144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c942a24ecec4f5b" /><Relationship Type="http://schemas.openxmlformats.org/officeDocument/2006/relationships/notesSlide" Target="/ppt/notesSlides/notesSlide2.xml" Id="Rec457e1fd8e74f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b191236a1c4994" /><Relationship Type="http://schemas.openxmlformats.org/officeDocument/2006/relationships/notesSlide" Target="/ppt/notesSlides/notesSlide3.xml" Id="R39d0ecb3ca134b3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1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ClassMic project charter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5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C1  Draft course authorization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Test student phones as instructor-controlled microphones through a limited prototype and controlled evaluation. Use the findings to assess a future pilot.</a:t>
            </a:r>
          </a:p>
        </p:txBody>
      </p:sp>
      <p:graphicFrame>
        <p:nvGraphicFramePr>
          <p:cNvPr id="538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600000"/>
                <a:gridCol w="5300000"/>
                <a:gridCol w="3504599"/>
              </a:tblGrid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Objective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7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Proposed target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Evidence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O1  Complete scope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Five stories and all Must checks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Acceptance record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O2  Practical workflow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9/10 setups within 2 min
27/30 speaking trials within 3 sec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Scripted timed trials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O3  Audibility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At least 75% positive feedback
At least 5 volunteer reviewers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Counts and sample limits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O4  Control and privacy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unauthorized transmission
No saved audio or transcripts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Misuse and storage checks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Temiko Machavariani and Nurtore Arynuruly   BUS 2010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164318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Included scope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Temporary browser sessions, QR or code join, speaking queue, one approved phone microphone, speaker output, recovery and evaluation.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2</a:t>
            </a: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164318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Exclusions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Live teaching deployment, recording, transcripts, persistent profiles, grading, attendance, simultaneous microphones and paid production infrastructure.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Scope and delivery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2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Requirements</a:t>
            </a:r>
          </a:p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Explicit microphone permission, instructor approval and push to talk. Mute, disconnect and end must stop audio. Preserve an alternative speaking route.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2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Milestones</a:t>
            </a:r>
          </a:p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Plan review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by 18 September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Sprint 1 on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19–25 September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Sprint 2 on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26 September–2 October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Closeout and final presentation on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3–9 October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Two weekly construction sprints, after the planned review </a:t>
            </a:r>
            <a:r>
              <a:rPr sz="1200">
                <a:latin typeface="Helvetica Neue"/>
                <a:ea typeface="Helvetica Neue"/>
                <a:cs typeface="Helvetica Neue"/>
              </a:rPr>
              <a:t>on 18 September</a:t>
            </a:r>
            <a:r>
              <a:rPr sz="1200">
                <a:latin typeface="Helvetica Neue"/>
                <a:ea typeface="Helvetica Neue"/>
                <a:cs typeface="Helvetica Neue"/>
              </a:rPr>
              <a:t>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3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Governance and resources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Student speakers and listeners, instructors and the project team. Technical and accessibility reviewers participate if available.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Stakeholders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Feedback, delay, incompatible devices, unwanted transmission and limited time. Test early and retain a fallback.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Initial risks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100 student hours: Temiko 54 and Nurtore 46. AED 0 incremental cash through reuse of existing equipment.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Resources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Delivery assumes course acceptance, available equipment, volunteer reviewers and 100 hours of team capacity.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Assumptions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50"/>
              </a:spcAft>
              <a:buFont typeface="Arial"/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Planning responsibilities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Course instructor: acceptance authority.
Nurtore Arynuruly: project manager.
Temiko Machavariani: technical lead.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>
                <a:latin typeface="Helvetica Neue"/>
                <a:ea typeface="Helvetica Neue"/>
                <a:cs typeface="Helvetica Neue"/>
              </a:rPr>
              <a:t>The PM coordinates daily work. The instructor reviews material scope and schedule changes. No university spending authority is implied.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No live deployment or paid commitment is authorized by this draft.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/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Temiko Machavariani and Nurtore Arynuruly</dc:creator>
  <lastModifiedBy/>
  <dc:title>Presentation</dc:title>
  <dcterms:created xsi:type="dcterms:W3CDTF">2026-09-17T16:30:24.3070000Z</dcterms:created>
  <dcterms:modified xsi:type="dcterms:W3CDTF">2026-09-17T16:30:24.3070000Z</dcterms:modified>
</coreProperties>
</file>